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682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4C1D95">
              <a:alpha val="40000"/>
            </a:srgbClr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 — BottleNeck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457200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Kestra  ·  SQL DuckDB  ·  Python z-score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—</a:t>
            </a:r>
            <a:r>
              <a:rPr lang="en-US" sz="1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Avril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de la mission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BottleNeck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743200" cy="26517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 de vin prestigieux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219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systèmes de données 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7523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ERP (gestion produits)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2826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CMS web (ventes en ligne)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4612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Stéphane — Data Analyst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46120" y="1554480"/>
            <a:ext cx="2743200" cy="2651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8328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manuel chaque mois 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2219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Nettoyage des données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7523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Fusion ERP + WEB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2826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 CA + vins premium (z-score)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051560"/>
            <a:ext cx="2743200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21792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Notre mission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2743200" cy="265176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35508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Industrialiser le processus 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2219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Automatisation complète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7523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Outil : Kestra + Docker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2826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Rapports mensuels auto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automatiser la chaîne de traitement pour que les responsables </a:t>
            </a:r>
            <a:r>
              <a:rPr lang="en-US" sz="1200" dirty="0" err="1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dirty="0" err="1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reçoivent</a:t>
            </a: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leurs rapports </a:t>
            </a:r>
            <a:r>
              <a:rPr lang="en-US" sz="1200" dirty="0" err="1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</a:t>
            </a: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Kestra — Prise en main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Kestra, c'est comme un chef d'orchestre : il dit QUOI faire, QUAND le faire et DANS QUEL ORDRE — sans faire le travail lui-même.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4114800" cy="12801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1148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Le Flow (YAML)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« recette » du pipeline.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texte simple qui définit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tâches dans l'ordre.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411480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41148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00600" y="1828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Les Tasks (tâches)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26771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tâche fait une action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nettoyer, fusionner, calculer,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exporter...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4114800" cy="12801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41148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Le Trigger (cron)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73075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Kestra se lance automatiquement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15 de chaque mois à 9h00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intervention humaine.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291840"/>
            <a:ext cx="4114800" cy="128016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411480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00600" y="3291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Inputs / Outputs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730752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fichiers entrent dans Kestra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(xlsx) et ressortent transformés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(csv, xlsx) entre chaque tâche.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Logigramme du pipeline — Draw.io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960120"/>
            <a:ext cx="2926080" cy="37359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188720"/>
            <a:ext cx="365760" cy="320040"/>
          </a:xfrm>
          <a:prstGeom prst="rect">
            <a:avLst/>
          </a:prstGeom>
          <a:solidFill>
            <a:srgbClr val="BFD7F7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7724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 (erp, liaison, web)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3657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77724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nominales (nettoyage, fusion, CA)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2377440"/>
            <a:ext cx="36576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777240" y="2377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de test / validation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2971800"/>
            <a:ext cx="36576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777240" y="2971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rapport CA (.xlsx)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3566160"/>
            <a:ext cx="36576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777240" y="3566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vins premium (.csv)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4160520"/>
            <a:ext cx="365760" cy="3200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777240" y="4160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vins ordinaires (.csv)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tâche nominale est suivie d'une tâche de test (vert) qui vérifie la cohérence avant de passer à l'étape suivante.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Kestra — Fichier YAML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274320" y="4343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&amp; namespace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du workflow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46120" y="4343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fichiers sources xlsx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0" y="43434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tâches dans l'ordre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— Détail des tâches nominales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0" cy="6766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005840"/>
            <a:ext cx="8138160" cy="676656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ERP / liaison / WEB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80960" y="107899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680960" y="1078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SQL DuckDB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NaN · QUALIFY ROW_NUMBER() pour dédoublonnage · 825 / 825 / 714 lignes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457200" cy="67665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4320" y="182880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1828800"/>
            <a:ext cx="8138160" cy="676656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68680" y="18745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des données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190195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680960" y="1901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SQL DuckDB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1945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erp ⟶ liaison ⟶ web sur product_id et sku avec TRY_CAST · 712 lignes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457200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265176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" y="2651760"/>
            <a:ext cx="8138160" cy="67665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868680" y="2697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chiffre d'affaires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80960" y="272491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680960" y="2724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SQL DuckDB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0175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× total_sales = chiffre_affaires · CA total = 65 402,60 €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457200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347472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31520" y="3474720"/>
            <a:ext cx="8138160" cy="676656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68680" y="35204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vins premium (z-score)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680960" y="354787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680960" y="3547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" y="38404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(prix − moyenne) / écart-type · Premium si z &gt; 2 · 30 vins premium détectés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297680"/>
            <a:ext cx="457200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29768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31520" y="4297680"/>
            <a:ext cx="8138160" cy="67665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868680" y="4343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rapport CA + vins (branches parallèles)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680960" y="4370832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680960" y="4370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Python + openpyxl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8680" y="46634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rapport_ca_bottleneck.xlsx · vins_premium_export.csv · vins_ordinaires_export.csv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des choix techniques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Kestra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35608"/>
            <a:ext cx="4114800" cy="1508760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Choix du DSI de BottleNeck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Open-source et simple à prendre en main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75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défini en YAML — lisible par tous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50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Planification cron intégrée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24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Gestion des erreurs native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1148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00600" y="1051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DuckDB SQL 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435608"/>
            <a:ext cx="4114800" cy="15087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46320" y="15270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de données légère — pas de serveur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801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Lit directement les fichiers CSV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75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standard — lisible et maintenable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350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Plus adapté que Python pour les jointures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624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QUALIFY ROW_NUMBER() pour dédoublonnage précis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41148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3154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Python pour le z-score 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538728"/>
            <a:ext cx="4114800" cy="15087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11480" y="3630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 statistique naturel avec numpy/pandas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904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mean() et std() en une ligne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41788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Filtrage simple avec df[df['z_score'] &gt; 2]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154680"/>
            <a:ext cx="41148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00600" y="3154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branches parallèles 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3538728"/>
            <a:ext cx="4114800" cy="1508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46320" y="3630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vins premium ET ordinaires simultanément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904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Réduit le temps d'exécution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1788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io.kestra.plugin.core.flow.Parallel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Kestra — Topologie du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graphique de l'enchaînement complet des tâches générée automatiquement par Kestra :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4114800" cy="34747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71600"/>
            <a:ext cx="420624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monthly_schedule → convert_to_csv → clean + test (ERP/liaison/WEB) → merge → compute_ca → detect_wines → export_branches (parallèle) → error_notification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Kestra — Exécution du workflow (Gantt)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21031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54680"/>
            <a:ext cx="8595360" cy="1737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Toutes les tâches sont vertes — Pipeline exécuté avec succès en 27 secondes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Kestra — Logs de l'exécution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21945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46120"/>
            <a:ext cx="8595360" cy="1600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: 825 · Liaison : 825 · WEB : 1428 → 714 · Fusion : 712 · CA : 65 402,60 € · Premium : 30 · Ordinaires : 682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validation intégrés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chaque tâche nominale, une tâche de test vérifie automatiquement la cohérence 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6400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test_clean_erp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 lignes · 0 doublon · 0 valeur manquante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0" y="150876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8229600" y="1508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91B2"/>
                </a:solidFill>
              </a:rPr>
              <a:t>DuckDB SQL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6400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0391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test_clean_liaison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258568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 lignes · 0 doublon sur product_id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210312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229600" y="21031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91B2"/>
                </a:solidFill>
              </a:rPr>
              <a:t>DuckDB SQL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859536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6400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26334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test_clean_web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852928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714 lignes · 0 doublon sur sku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269748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229600" y="26974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91B2"/>
                </a:solidFill>
              </a:rPr>
              <a:t>DuckDB SQL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20040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64008" cy="4754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2278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test_merge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47288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non vide · 0 valeur manquante sur les colonnes clés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0" y="329184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6D28D9">
              <a:alpha val="80000"/>
            </a:srgbClr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229600" y="32918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D28D9"/>
                </a:solidFill>
              </a:rPr>
              <a:t>DuckDB SQL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859536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3794760"/>
            <a:ext cx="64008" cy="4754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57200" y="38221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test_ca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041648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 &gt; 0 · 0 valeur CA manquante dans le rapport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388620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6D28D9">
              <a:alpha val="80000"/>
            </a:srgbClr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8229600" y="3886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D28D9"/>
                </a:solidFill>
              </a:rPr>
              <a:t>DuckDB SQL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4389120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274320" y="4389120"/>
            <a:ext cx="64008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57200" y="44165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test_zscore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636008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vins premium · tous avec z &gt; 2 · ordinaires avec z ≤ 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0" y="448056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8229600" y="4480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</a:rPr>
              <a:t>Python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Fichiers générés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484632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1005840"/>
            <a:ext cx="3474720" cy="640080"/>
          </a:xfrm>
          <a:prstGeom prst="rect">
            <a:avLst/>
          </a:prstGeom>
          <a:solidFill>
            <a:srgbClr val="F3F4F6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394960" y="1005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</a:rPr>
              <a:t>65 402 €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9037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712 produits analysés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94960" y="1783080"/>
            <a:ext cx="3474720" cy="640080"/>
          </a:xfrm>
          <a:prstGeom prst="rect">
            <a:avLst/>
          </a:prstGeom>
          <a:solidFill>
            <a:srgbClr val="F3F4F6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394960" y="1783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30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903720" y="1783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Vins premium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&gt;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z : 5.16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94960" y="2560320"/>
            <a:ext cx="3474720" cy="640080"/>
          </a:xfrm>
          <a:prstGeom prst="rect">
            <a:avLst/>
          </a:prstGeom>
          <a:solidFill>
            <a:srgbClr val="F3F4F6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394960" y="2560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</a:rPr>
              <a:t>682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903720" y="2560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Vins ordinaires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≤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z : 1.95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" y="3520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disponibles dans Kestra → Outputs :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4320" y="3931920"/>
            <a:ext cx="27432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36576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rapport_ca_bottleneck.xlsx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315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712 produits · CA total 65 402,60 €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0" y="3931920"/>
            <a:ext cx="27432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329184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vins_premium_export.csv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91840" y="4315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vins · z-score &gt; 2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26480" y="3931920"/>
            <a:ext cx="27432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21792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vins_ordinaires_export.csv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17920" y="4315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 vins · z-score ≤ 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automatique &amp; Gestion des erreurs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657600"/>
          </a:xfrm>
          <a:prstGeom prst="rect">
            <a:avLst/>
          </a:prstGeom>
          <a:solidFill>
            <a:srgbClr val="E0F2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Planification automatique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566160" cy="502920"/>
          </a:xfrm>
          <a:prstGeom prst="rect">
            <a:avLst/>
          </a:prstGeom>
          <a:solidFill>
            <a:srgbClr val="1E1B4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cron: "0 9 15 * *"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15 de chaque mois à 9h00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Déclenchement 100% automatique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Aucune intervention manuelle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Les responsables produits reçoivent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leurs rapports chaque mois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14800" cy="36576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Gestion des erreurs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57276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errors dans le YAML 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89280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 une tâche échoue → alerte auto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21284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Nom de la tâche en erreur affiché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5328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Logs détaillés dans Kestra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85292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17296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couverts 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49300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Fichier source manquant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81304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Test échoué (données incohérentes)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13308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Indisponibilité d'un service (DuckDB...)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des livrables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02920" cy="6766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bottleneck_workflow.drawio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3533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Logigramme complet du pipeline avec tâches nominales et tests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8595360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502920" cy="67665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1828800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18745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bottleneck_bottleneck_pipeline.yaml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17627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Kestra : nettoyage DuckDB · fusion · CA · z-score Python · cron · erreurs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51760"/>
            <a:ext cx="8595360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502920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2651760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26974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rapport_ca_bottleneck.xlsx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999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712 produits · CA total 65 402,60 €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8595360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502920" cy="6766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4320" y="3474720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🍷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35204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vins_premium_export.csv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8221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vins premium · z-score &gt; 2 · max z = 5.16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297680"/>
            <a:ext cx="8595360" cy="676656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502920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297680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🍶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4400" y="43434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vins_ordinaires_export.csv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6451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682 vins ordinaires · z-score ≤ 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4C1D95">
              <a:alpha val="35000"/>
            </a:srgbClr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BottleNeck — Entièrement </a:t>
            </a:r>
            <a:r>
              <a:rPr lang="en-US" sz="15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</a:t>
            </a:r>
            <a:r>
              <a:rPr lang="en-US" sz="15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457200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Nettoyage SQL DuckDB — ERP 825 · Liaison 825 · WEB 714 lignes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3405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Fusion INNER JOIN et calcul CA → 65 402,60 €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363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Détection vins premium via z-score Python → 30 vins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387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 tâches de tests intégrées pour valider chaque étape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9410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Planification automatique le 15 du mois à 9h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3434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Gestion des erreurs et alertes automatiques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1234</Words>
  <Application>Microsoft Office PowerPoint</Application>
  <PresentationFormat>Affichage à l'écran (16:9)</PresentationFormat>
  <Paragraphs>211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BottleNeck — Pipeline automatisé</dc:title>
  <dc:subject>PptxGenJS Presentation</dc:subject>
  <dc:creator>PptxGenJS</dc:creator>
  <cp:lastModifiedBy>Oumayma Selmen</cp:lastModifiedBy>
  <cp:revision>3</cp:revision>
  <dcterms:created xsi:type="dcterms:W3CDTF">2026-04-28T13:52:20Z</dcterms:created>
  <dcterms:modified xsi:type="dcterms:W3CDTF">2026-04-29T08:27:28Z</dcterms:modified>
</cp:coreProperties>
</file>